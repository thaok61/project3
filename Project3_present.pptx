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71" r:id="rId6"/>
    <p:sldId id="259" r:id="rId7"/>
    <p:sldId id="260" r:id="rId8"/>
    <p:sldId id="264" r:id="rId9"/>
    <p:sldId id="274" r:id="rId10"/>
    <p:sldId id="265" r:id="rId11"/>
    <p:sldId id="275" r:id="rId12"/>
    <p:sldId id="266" r:id="rId13"/>
    <p:sldId id="276" r:id="rId14"/>
    <p:sldId id="262" r:id="rId15"/>
    <p:sldId id="267" r:id="rId16"/>
    <p:sldId id="269" r:id="rId17"/>
    <p:sldId id="263" r:id="rId18"/>
    <p:sldId id="268" r:id="rId19"/>
    <p:sldId id="279" r:id="rId20"/>
    <p:sldId id="278" r:id="rId21"/>
    <p:sldId id="277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u Duc Thao 20163668" initials="VDT2" lastIdx="1" clrIdx="0">
    <p:extLst>
      <p:ext uri="{19B8F6BF-5375-455C-9EA6-DF929625EA0E}">
        <p15:presenceInfo xmlns:p15="http://schemas.microsoft.com/office/powerpoint/2012/main" userId="Vu Duc Thao 20163668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4F38-ACE2-4FD2-8778-FF5C69691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D5F0D5-087A-4569-A432-9A86FD3B5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7BAD3-07BE-4DDF-AC92-0A680B03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63A3-39DE-4AF3-A636-8F46B9A1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4A575-E7CB-48E4-AFB1-46D5DB0E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4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295F-DF99-47D8-B931-5DCEACCCB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D1F15-B393-4276-B3B3-A8BEE4C39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F8AF7-5730-40DC-BBFD-F311F3A64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A1CB7-CAFF-4A45-9BE9-A9A63A30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6CBA0-4B46-4CFA-9A61-2CBDC01F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2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5EAE-FB1F-42EA-B38A-D1858D6B0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D1004-2E73-4FC6-BEE4-2CE327DA2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6D35C-34EE-4E11-BB7E-3528A33C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5BD39-81EE-45AE-A571-9806719E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F28E9-2436-4D45-A429-1BE05F23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6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BE32-BF33-4A8E-88DC-2DFCA303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EC133-639E-4E5C-844B-8A75A118F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6F065-F70A-4815-A849-FC0A6EC21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DD4BC-ECD2-40F5-8F47-E8E74F8C0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20EDF-51BB-44CE-84FA-9F5A2CC5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BD905-4D4A-4781-86CA-88EDCA39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2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4A0D-C870-4200-A6E5-C0D8013A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4D502-221E-4EEF-8323-1243D5A61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ECEE1-9C5C-41AC-9F44-4146E624A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585DE-5E46-4CAD-AF77-A9D935992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D9F6C-D21D-47B0-BC14-9F06C93CE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19F49C-A8F9-443D-B355-7520921F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1EA65-3A44-4ED9-AA8C-2C92B7A6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5826D-31D6-4D57-9944-ED4428F2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5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9AD79-D197-4250-BEB7-DEE00314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74001A-F466-499E-96F9-7E5B833E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2C901-B6A9-472D-BE85-1D0C9DBC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59ADD-66C6-4E60-9584-60160AC4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7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577EA3-2DA7-4705-A9B2-2F5184132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8AB47-5EE1-4EBB-8E75-64B90B05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20D2A-4ACB-4FA9-9888-01F6739B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356F-6B99-431F-B955-FC2919FF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38261-30DF-47F3-87DF-CEF87A801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AC8EF-8F00-4154-8FC5-B798E276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572AE-27DB-4007-B6DD-2D20C8B7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821F9-8C49-434B-8A06-2B185608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C5EE6-40D8-4C2F-B69B-05DF8AA5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63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522E-3A39-437F-8576-4A39179A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4253C-C7F1-4EAB-BCEE-BFC983B0D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D95CA-7572-4140-A847-1EB89C4DC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83482-136F-422F-9EFC-6F4C2721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57FE2-721D-4DAB-8405-D93B82AA4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14284-000D-413A-B852-0DB50FC5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8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2D22-0D21-494A-AA44-E06521D5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877C9-0CAF-4817-A0A9-C033C7569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D097D-99D9-44F5-8D8E-01D0AD5F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04E87-6DC8-4ECA-9053-4C8EDCB8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037D-43CF-4C34-BEE4-6AF8B206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7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8AADF4-8F22-4D12-80F1-55B007279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3A4C6-590D-4106-AF08-9C7262142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289EB-8057-4A2D-861E-60B6B7BA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9D4F1-7599-49C1-815C-3101BFCD8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9F454-3852-4770-A030-D9E0C956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5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6CFB1-5F2C-4EAD-9ECF-AB42BE6A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4448C-EDBA-44E6-A3F8-C3A08A8DE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1AA15-81CB-4391-B2B4-EE8191962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89BDC-DFB9-40EB-8449-EFB3B71D28D8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C89B4-AC18-4594-A1D5-E2A4EACDF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873C-7AC2-4B62-907E-3901F3191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684DC-0DA1-4E82-B7CB-521C69C0A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/>
              <a:t>Đề Tài: Bảo mật hệ thống IoT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02636-BC23-41EB-A939-1B016A27F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US"/>
              <a:t>Sinh viên thực hiện:</a:t>
            </a:r>
          </a:p>
          <a:p>
            <a:r>
              <a:rPr lang="en-US"/>
              <a:t>Vũ Đức Thao - 20163668</a:t>
            </a: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7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F5977-0EC8-4A14-B399-6D4AF7758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Nội dung trình bày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3103E-7483-49DF-BE90-85D33069B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351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3E019-3D5F-4E1D-8481-621B3E24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1. Giới Thiệu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3AFE9-8E4E-4547-AD0C-D14A5793A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IoT</a:t>
            </a:r>
          </a:p>
          <a:p>
            <a:r>
              <a:rPr lang="en-US" dirty="0"/>
              <a:t>MQTT</a:t>
            </a:r>
          </a:p>
        </p:txBody>
      </p:sp>
    </p:spTree>
    <p:extLst>
      <p:ext uri="{BB962C8B-B14F-4D97-AF65-F5344CB8AC3E}">
        <p14:creationId xmlns:p14="http://schemas.microsoft.com/office/powerpoint/2010/main" val="193181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8D89A-E11D-4081-94A2-714A7B90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1.1 IoT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9CBC9A2-7C1D-4FED-9F5D-94FCDB387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IoT (Internet Of Things)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khắp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internet,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</a:p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ẩm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ra </a:t>
            </a:r>
            <a:r>
              <a:rPr lang="en-US" dirty="0" err="1"/>
              <a:t>từ</a:t>
            </a:r>
            <a:r>
              <a:rPr lang="en-US" dirty="0"/>
              <a:t> DHT11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web.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7461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B70FA-047D-494A-89D3-1F2EA67FC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MQTT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47D3F-5DE9-4871-A9BD-A23B32C10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MQTT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(message)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publish/subscribe, suer </a:t>
            </a:r>
            <a:r>
              <a:rPr lang="en-US" dirty="0" err="1"/>
              <a:t>dụng</a:t>
            </a:r>
            <a:r>
              <a:rPr lang="en-US" dirty="0"/>
              <a:t> bang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tin </a:t>
            </a:r>
            <a:r>
              <a:rPr lang="en-US" dirty="0" err="1"/>
              <a:t>cậy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F58E6-5B3C-4BE8-80AD-5AFB91138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339" y="3175393"/>
            <a:ext cx="5084517" cy="313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8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C5318-3941-4350-999A-2F339A1F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1. Giới Thiệu</a:t>
            </a: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5758E-7C0B-4875-B3C2-CF3CBB106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</a:t>
            </a:r>
            <a:r>
              <a:rPr lang="en-US" b="1" dirty="0" err="1"/>
              <a:t>mở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 b="1" dirty="0"/>
          </a:p>
          <a:p>
            <a:r>
              <a:rPr lang="en-US" dirty="0"/>
              <a:t>Theo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tiết</a:t>
            </a:r>
            <a:r>
              <a:rPr lang="en-US" dirty="0"/>
              <a:t> (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ẩm</a:t>
            </a:r>
            <a:r>
              <a:rPr lang="en-US" dirty="0"/>
              <a:t>)</a:t>
            </a:r>
          </a:p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tưới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2882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C0AD7-7A8F-462B-88B2-7353006B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2. Mô hình hóa hệ thống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4F518-C47D-4B45-810A-826A9AD89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NodeMCU</a:t>
            </a:r>
            <a:r>
              <a:rPr lang="en-US" dirty="0"/>
              <a:t> ESP8266</a:t>
            </a:r>
          </a:p>
          <a:p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ẩm</a:t>
            </a:r>
            <a:r>
              <a:rPr lang="en-US" dirty="0"/>
              <a:t> DHT11</a:t>
            </a:r>
          </a:p>
          <a:p>
            <a:r>
              <a:rPr lang="en-US" dirty="0"/>
              <a:t>Trang web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77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5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DA7F9-069A-4834-9F61-10738FF9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2.1 NodeMCU ESP8266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8967-D110-4681-877C-B465CFAE5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dirty="0" err="1"/>
              <a:t>NodeMCU</a:t>
            </a:r>
            <a:r>
              <a:rPr lang="en-US" dirty="0"/>
              <a:t> Esp8266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kit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chip </a:t>
            </a:r>
            <a:r>
              <a:rPr lang="en-US" dirty="0" err="1"/>
              <a:t>Wifi</a:t>
            </a:r>
            <a:r>
              <a:rPr lang="en-US" dirty="0"/>
              <a:t> ESP8266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pic>
        <p:nvPicPr>
          <p:cNvPr id="7" name="Picture 6" descr="A circuit board&#10;&#10;Description automatically generated">
            <a:extLst>
              <a:ext uri="{FF2B5EF4-FFF2-40B4-BE49-F238E27FC236}">
                <a16:creationId xmlns:a16="http://schemas.microsoft.com/office/drawing/2014/main" id="{C417CC1A-DD54-4C96-AD8F-9110022F6D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33" name="Arc 27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29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28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BCFCE-075C-48C0-ABCE-BE9B3CCE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2.1 NodeMCU ESP8266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FECF2-0E53-4E18-856D-13F496442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2774" cy="4303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Sơ</a:t>
            </a:r>
            <a:r>
              <a:rPr lang="en-US" sz="2000" dirty="0"/>
              <a:t> </a:t>
            </a:r>
            <a:r>
              <a:rPr lang="en-US" sz="2000" dirty="0" err="1"/>
              <a:t>đồ</a:t>
            </a:r>
            <a:r>
              <a:rPr lang="en-US" sz="2000" dirty="0"/>
              <a:t> </a:t>
            </a:r>
            <a:r>
              <a:rPr lang="en-US" sz="2000" dirty="0" err="1"/>
              <a:t>chân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5F8AD-F5EE-4245-AA55-60701C0893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6" r="2" b="14469"/>
          <a:stretch/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35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1C7D1-922C-4678-9E06-E20E66AC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lang="en-US" dirty="0"/>
              <a:t>2.2 DHT11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0889A-563C-4A1F-BA14-DAD9FC646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ẩm</a:t>
            </a:r>
            <a:r>
              <a:rPr lang="en-US" dirty="0"/>
              <a:t>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DHT11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 </a:t>
            </a:r>
            <a:r>
              <a:rPr lang="en-US" dirty="0" err="1"/>
              <a:t>với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rẻ</a:t>
            </a:r>
            <a:r>
              <a:rPr lang="en-US" dirty="0"/>
              <a:t> 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thường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 descr="A circuit board&#10;&#10;Description automatically generated">
            <a:extLst>
              <a:ext uri="{FF2B5EF4-FFF2-40B4-BE49-F238E27FC236}">
                <a16:creationId xmlns:a16="http://schemas.microsoft.com/office/drawing/2014/main" id="{AACC11B2-EB20-4B66-9136-3C03B6D2BE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5"/>
          <a:stretch/>
        </p:blipFill>
        <p:spPr>
          <a:xfrm>
            <a:off x="7751975" y="1075239"/>
            <a:ext cx="4128603" cy="4128603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55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E2986-B713-4A05-86FC-C0311AD98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8464"/>
            <a:ext cx="3807187" cy="2228074"/>
          </a:xfrm>
        </p:spPr>
        <p:txBody>
          <a:bodyPr>
            <a:normAutofit/>
          </a:bodyPr>
          <a:lstStyle/>
          <a:p>
            <a:r>
              <a:rPr lang="en-US" sz="4000"/>
              <a:t>2.2 DHT11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947F-2504-4DA0-8ABF-A70E2649C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62279"/>
            <a:ext cx="3799425" cy="3143241"/>
          </a:xfrm>
        </p:spPr>
        <p:txBody>
          <a:bodyPr>
            <a:normAutofit/>
          </a:bodyPr>
          <a:lstStyle/>
          <a:p>
            <a:r>
              <a:rPr lang="vi-VN" sz="1400"/>
              <a:t>Thông tin kỹ thuật:</a:t>
            </a:r>
          </a:p>
          <a:p>
            <a:r>
              <a:rPr lang="vi-VN" sz="1400"/>
              <a:t>Nguồn: 3 -&gt; 5 VDC.</a:t>
            </a:r>
          </a:p>
          <a:p>
            <a:r>
              <a:rPr lang="vi-VN" sz="1400"/>
              <a:t>Dòng sử dụng: 2.5mA max (khi truyền dữ liệu).</a:t>
            </a:r>
          </a:p>
          <a:p>
            <a:r>
              <a:rPr lang="vi-VN" sz="1400"/>
              <a:t>Đo tốt ở độ ẩm 20 to 70%RH với sai số 5%.</a:t>
            </a:r>
          </a:p>
          <a:p>
            <a:r>
              <a:rPr lang="vi-VN" sz="1400"/>
              <a:t>Đo tốt ở nhiệt độ 0 to 50°C sai số ±2°C.</a:t>
            </a:r>
          </a:p>
          <a:p>
            <a:r>
              <a:rPr lang="vi-VN" sz="1400"/>
              <a:t>Tần số lấy mẫu tối đa 1Hz (1 giây 1 lần)</a:t>
            </a:r>
          </a:p>
          <a:p>
            <a:r>
              <a:rPr lang="vi-VN" sz="1400"/>
              <a:t>Kích thước 15mm x 12mm x 5.5mm.</a:t>
            </a:r>
          </a:p>
          <a:p>
            <a:r>
              <a:rPr lang="vi-VN" sz="1400"/>
              <a:t>4 chân, khoảng cách chân 0.1''.</a:t>
            </a: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3A3CC-9E13-4FE2-802F-667777FD6B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06"/>
          <a:stretch/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11667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29EE8-6B32-46AF-9B91-B4832A2F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2.3 Thiết kế trang web với Vuejs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9B8BD-A955-4EEE-A008-9E6AE67C9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kern="1200" dirty="0" err="1">
                <a:latin typeface="+mn-lt"/>
                <a:ea typeface="+mn-ea"/>
                <a:cs typeface="+mn-cs"/>
              </a:rPr>
              <a:t>Vuejs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là</a:t>
            </a:r>
            <a:r>
              <a:rPr lang="en-US" kern="1200" dirty="0">
                <a:latin typeface="+mn-lt"/>
                <a:ea typeface="+mn-ea"/>
                <a:cs typeface="+mn-cs"/>
              </a:rPr>
              <a:t> framework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giúp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xây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dựng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trang</a:t>
            </a:r>
            <a:r>
              <a:rPr lang="en-US" kern="1200" dirty="0">
                <a:latin typeface="+mn-lt"/>
                <a:ea typeface="+mn-ea"/>
                <a:cs typeface="+mn-cs"/>
              </a:rPr>
              <a:t> web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dưới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dạng</a:t>
            </a:r>
            <a:r>
              <a:rPr lang="en-US" kern="1200" dirty="0">
                <a:latin typeface="+mn-lt"/>
                <a:ea typeface="+mn-ea"/>
                <a:cs typeface="+mn-cs"/>
              </a:rPr>
              <a:t> Single Page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91155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F1EC-BC23-4E87-BBAD-B8844F3A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 Thiết kế trang web với Vuejs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CC7DB6-B6AA-4ADB-9DCA-5FBE37CC4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941" y="1390650"/>
            <a:ext cx="8101832" cy="4786313"/>
          </a:xfrm>
        </p:spPr>
      </p:pic>
    </p:spTree>
    <p:extLst>
      <p:ext uri="{BB962C8B-B14F-4D97-AF65-F5344CB8AC3E}">
        <p14:creationId xmlns:p14="http://schemas.microsoft.com/office/powerpoint/2010/main" val="426193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6D2DF-9279-46C6-8692-B7827487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3. </a:t>
            </a:r>
            <a:r>
              <a:rPr lang="en-US" dirty="0" err="1">
                <a:solidFill>
                  <a:srgbClr val="FFFFFF"/>
                </a:solidFill>
              </a:rPr>
              <a:t>Thiết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kế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hệ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thống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2AC1-B8D0-45EA-9075-F4C3BA65F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792696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B2ED7-E872-4DBD-A512-2BF93291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3.1 Sơ đồ hệ thống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22FB467-9FF6-480A-B6F1-FAFCD2CBDB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230" y="1711045"/>
            <a:ext cx="9683540" cy="2367088"/>
          </a:xfrm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654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C0161-3961-47A7-ADFE-AA12E504D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3.1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306A2-65DE-499E-ACEF-C97C2EF0B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ẩm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NodeMCU</a:t>
            </a:r>
            <a:endParaRPr lang="en-US" dirty="0"/>
          </a:p>
          <a:p>
            <a:r>
              <a:rPr lang="en-US" dirty="0" err="1"/>
              <a:t>NodeMCU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MQTT Broker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Wifi</a:t>
            </a:r>
            <a:endParaRPr lang="en-US" dirty="0"/>
          </a:p>
          <a:p>
            <a:r>
              <a:rPr lang="en-US" dirty="0"/>
              <a:t>Web server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MQTT Broker do </a:t>
            </a:r>
            <a:r>
              <a:rPr lang="en-US" dirty="0" err="1"/>
              <a:t>đã</a:t>
            </a:r>
            <a:r>
              <a:rPr lang="en-US" dirty="0"/>
              <a:t> subscribe 1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đấy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6102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1A933-8290-4AC2-A6E9-B16302B5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4. </a:t>
            </a:r>
            <a:r>
              <a:rPr lang="en-US" dirty="0" err="1">
                <a:solidFill>
                  <a:srgbClr val="FFFFFF"/>
                </a:solidFill>
              </a:rPr>
              <a:t>Bảo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mật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hệ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thống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B462-3CF3-4276-8456-A2FD4D12A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.</a:t>
            </a:r>
          </a:p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server.</a:t>
            </a:r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338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7F106-C019-4B77-995A-50D77190A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4.1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B89DB-0962-496E-8AEF-E6EAD814C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AES (Advanced Encryption Standard)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khỗi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phủ</a:t>
            </a:r>
            <a:r>
              <a:rPr lang="en-US" dirty="0"/>
              <a:t> </a:t>
            </a:r>
            <a:r>
              <a:rPr lang="en-US" dirty="0" err="1"/>
              <a:t>Hoa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. </a:t>
            </a:r>
          </a:p>
          <a:p>
            <a:r>
              <a:rPr lang="en-US" dirty="0"/>
              <a:t>Khi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AES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ở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. AES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ở 4 </a:t>
            </a:r>
            <a:r>
              <a:rPr lang="en-US" dirty="0" err="1"/>
              <a:t>ché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n-bit (ECB,CBC,CFB,OFB)</a:t>
            </a:r>
          </a:p>
        </p:txBody>
      </p:sp>
    </p:spTree>
    <p:extLst>
      <p:ext uri="{BB962C8B-B14F-4D97-AF65-F5344CB8AC3E}">
        <p14:creationId xmlns:p14="http://schemas.microsoft.com/office/powerpoint/2010/main" val="1133334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1365-12E8-4187-A9F3-7BAC7C5EE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</a:t>
            </a:r>
          </a:p>
        </p:txBody>
      </p:sp>
      <p:pic>
        <p:nvPicPr>
          <p:cNvPr id="5" name="Content Placeholder 4" descr="Chart, diagram&#10;&#10;Description automatically generated">
            <a:extLst>
              <a:ext uri="{FF2B5EF4-FFF2-40B4-BE49-F238E27FC236}">
                <a16:creationId xmlns:a16="http://schemas.microsoft.com/office/drawing/2014/main" id="{9EBAAB67-E65B-4A93-A337-CC42DEAB9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037" y="212221"/>
            <a:ext cx="6597261" cy="6645779"/>
          </a:xfrm>
        </p:spPr>
      </p:pic>
    </p:spTree>
    <p:extLst>
      <p:ext uri="{BB962C8B-B14F-4D97-AF65-F5344CB8AC3E}">
        <p14:creationId xmlns:p14="http://schemas.microsoft.com/office/powerpoint/2010/main" val="1559555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DC3F6-5217-44FE-A26F-ADD2E8BF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2271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ECB (Electronic </a:t>
            </a:r>
            <a:r>
              <a:rPr lang="en-US" dirty="0" err="1"/>
              <a:t>CodeBook</a:t>
            </a:r>
            <a:r>
              <a:rPr lang="en-US" dirty="0"/>
              <a:t>)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684F08B-EC7F-4999-8395-74B22CF48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" r="816" b="-2"/>
          <a:stretch/>
        </p:blipFill>
        <p:spPr>
          <a:xfrm>
            <a:off x="838200" y="1845426"/>
            <a:ext cx="10512547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75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82D7F-3CBC-4EA1-9448-9B91B6BA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CBC (Cipher Block Chaining)</a:t>
            </a:r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7E3FC7-86DF-4AA7-90C0-147DA0F85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2334419"/>
            <a:ext cx="8096250" cy="3333750"/>
          </a:xfrm>
        </p:spPr>
      </p:pic>
    </p:spTree>
    <p:extLst>
      <p:ext uri="{BB962C8B-B14F-4D97-AF65-F5344CB8AC3E}">
        <p14:creationId xmlns:p14="http://schemas.microsoft.com/office/powerpoint/2010/main" val="304505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944E2-594B-4252-9D8E-67F77678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4.2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server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BCBE2-1EB4-4809-B7F5-FD4A9313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server,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user </a:t>
            </a:r>
            <a:r>
              <a:rPr lang="en-US" dirty="0" err="1"/>
              <a:t>và</a:t>
            </a:r>
            <a:r>
              <a:rPr lang="en-US" dirty="0"/>
              <a:t> password </a:t>
            </a:r>
            <a:r>
              <a:rPr lang="en-US" dirty="0" err="1"/>
              <a:t>khi</a:t>
            </a:r>
            <a:r>
              <a:rPr lang="en-US" dirty="0"/>
              <a:t> subscribe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server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: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vi-VN" sz="24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Sử dụng tối thiểu 8 ký tự, và tối đa 15 ký tự.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vi-VN" sz="24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Bao gồm số, chữ thường, chữ in hoa và ký tự đặc biệt.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vi-VN" sz="24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Duy nhất, không dùng chung cho các tài khoản khác.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vi-VN" sz="24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Không được mang ý nghĩa đi kèm(số điện thoại, ngày sinh, tên địa danh...).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vi-VN" sz="24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Không sử dụng tên riêng.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vi-VN" sz="24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Không sử dụng các con số nổi tiếng, vd: 113, 115, 12345678...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vi-VN" sz="2400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Không sử dụng các thông tin trong mật khẩu cho câu hỏi bí mật (câu hỏi bí mật là phương pháp giúp người dùng đặt lại mật khẩu khi quên).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096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E14A9C-F05C-4A29-A3C9-B5C585DBF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4.3 Một số cách khác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FB253-8217-4694-A8D8-693A46C41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: 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wifi</a:t>
            </a:r>
            <a:r>
              <a:rPr lang="en-US" dirty="0"/>
              <a:t>,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password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dò</a:t>
            </a:r>
            <a:r>
              <a:rPr lang="en-US" dirty="0"/>
              <a:t>  </a:t>
            </a:r>
            <a:r>
              <a:rPr lang="en-US" dirty="0" err="1"/>
              <a:t>được</a:t>
            </a:r>
            <a:r>
              <a:rPr lang="en-US" dirty="0"/>
              <a:t>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wifi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</a:t>
            </a:r>
          </a:p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rang,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.</a:t>
            </a:r>
          </a:p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Public Key Infrastructure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6" descr="Laptop Secure">
            <a:extLst>
              <a:ext uri="{FF2B5EF4-FFF2-40B4-BE49-F238E27FC236}">
                <a16:creationId xmlns:a16="http://schemas.microsoft.com/office/drawing/2014/main" id="{840EE655-BE38-4FAD-96A6-52E136512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83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814</Words>
  <Application>Microsoft Office PowerPoint</Application>
  <PresentationFormat>Widescreen</PresentationFormat>
  <Paragraphs>75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Helvetica</vt:lpstr>
      <vt:lpstr>Wingdings</vt:lpstr>
      <vt:lpstr>Office Theme</vt:lpstr>
      <vt:lpstr>Đề Tài: Bảo mật hệ thống IoT</vt:lpstr>
      <vt:lpstr>Nội dung trình bày</vt:lpstr>
      <vt:lpstr>1. Giới Thiệu</vt:lpstr>
      <vt:lpstr>1.1 IoT</vt:lpstr>
      <vt:lpstr>1.2 MQTT</vt:lpstr>
      <vt:lpstr>1. Giới Thiệu</vt:lpstr>
      <vt:lpstr>2. Mô hình hóa hệ thống</vt:lpstr>
      <vt:lpstr>2.1 NodeMCU ESP8266</vt:lpstr>
      <vt:lpstr>2.1 NodeMCU ESP8266</vt:lpstr>
      <vt:lpstr>2.2 DHT11</vt:lpstr>
      <vt:lpstr>2.2 DHT11</vt:lpstr>
      <vt:lpstr>2.3 Thiết kế trang web với Vuejs</vt:lpstr>
      <vt:lpstr>2.3 Thiết kế trang web với Vuejs</vt:lpstr>
      <vt:lpstr>3. Thiết kế hệ thống</vt:lpstr>
      <vt:lpstr>3.1 Sơ đồ hệ thống</vt:lpstr>
      <vt:lpstr>3.1 Sơ đồ hệ thống</vt:lpstr>
      <vt:lpstr>4. Bảo mật hệ thống</vt:lpstr>
      <vt:lpstr>4.1 Mã hóa dữ liệu đường truyền </vt:lpstr>
      <vt:lpstr>AES</vt:lpstr>
      <vt:lpstr>ECB (Electronic CodeBook)</vt:lpstr>
      <vt:lpstr>CBC (Cipher Block Chaining)</vt:lpstr>
      <vt:lpstr>4.2 Xác thực thiết bị thông minh với server</vt:lpstr>
      <vt:lpstr>4.3 Một số cách khác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Tài: Bảo mật hệ thống IoT</dc:title>
  <dc:creator>Thao</dc:creator>
  <cp:lastModifiedBy>Vu Duc Thao 20163668</cp:lastModifiedBy>
  <cp:revision>6</cp:revision>
  <dcterms:created xsi:type="dcterms:W3CDTF">2020-10-15T03:23:17Z</dcterms:created>
  <dcterms:modified xsi:type="dcterms:W3CDTF">2020-10-15T03:44:56Z</dcterms:modified>
</cp:coreProperties>
</file>