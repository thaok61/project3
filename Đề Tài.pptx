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54" d="100"/>
          <a:sy n="54" d="100"/>
        </p:scale>
        <p:origin x="108" y="5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014F38-ACE2-4FD2-8778-FF5C696918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D5F0D5-087A-4569-A432-9A86FD3B52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D7BAD3-07BE-4DDF-AC92-0A680B0335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89BDC-DFB9-40EB-8449-EFB3B71D28D8}" type="datetimeFigureOut">
              <a:rPr lang="en-US" smtClean="0"/>
              <a:t>10/2/2020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3663A3-39DE-4AF3-A636-8F46B9A138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44A575-E7CB-48E4-AFB1-46D5DB0E76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3026C-0626-4557-8D88-E2178A401A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60433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C295F-DF99-47D8-B931-5DCEACCCB3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8D1F15-B393-4276-B3B3-A8BEE4C39C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5F8AF7-5730-40DC-BBFD-F311F3A644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89BDC-DFB9-40EB-8449-EFB3B71D28D8}" type="datetimeFigureOut">
              <a:rPr lang="en-US" smtClean="0"/>
              <a:t>10/2/2020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6A1CB7-CAFF-4A45-9BE9-A9A63A3018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E6CBA0-4B46-4CFA-9A61-2CBDC01F77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3026C-0626-4557-8D88-E2178A401A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13284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9F5EAE-FB1F-42EA-B38A-D1858D6B0E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7D1004-2E73-4FC6-BEE4-2CE327DA2E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B6D35C-34EE-4E11-BB7E-3528A33C15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89BDC-DFB9-40EB-8449-EFB3B71D28D8}" type="datetimeFigureOut">
              <a:rPr lang="en-US" smtClean="0"/>
              <a:t>10/2/2020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B5BD39-81EE-45AE-A571-9806719E04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4F28E9-2436-4D45-A429-1BE05F2329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3026C-0626-4557-8D88-E2178A401A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93622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D6BE32-BF33-4A8E-88DC-2DFCA303EF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8EC133-639E-4E5C-844B-8A75A118F9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46F065-F70A-4815-A849-FC0A6EC217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DDD4BC-ECD2-40F5-8F47-E8E74F8C08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89BDC-DFB9-40EB-8449-EFB3B71D28D8}" type="datetimeFigureOut">
              <a:rPr lang="en-US" smtClean="0"/>
              <a:t>10/2/2020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420EDF-51BB-44CE-84FA-9F5A2CC50F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ABD905-4D4A-4781-86CA-88EDCA3970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3026C-0626-4557-8D88-E2178A401A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95206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FD4A0D-C870-4200-A6E5-C0D8013ACA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54D502-221E-4EEF-8323-1243D5A614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EECEE1-9C5C-41AC-9F44-4146E624A1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E3585DE-5E46-4CAD-AF77-A9D935992E8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09D9F6C-D21D-47B0-BC14-9F06C93CE08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F19F49C-A8F9-443D-B355-7520921FC9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89BDC-DFB9-40EB-8449-EFB3B71D28D8}" type="datetimeFigureOut">
              <a:rPr lang="en-US" smtClean="0"/>
              <a:t>10/2/2020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851EA65-3A44-4ED9-AA8C-2C92B7A681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FF5826D-31D6-4D57-9944-ED4428F2CC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3026C-0626-4557-8D88-E2178A401A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53580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89AD79-D197-4250-BEB7-DEE0031434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B74001A-F466-499E-96F9-7E5B833ED2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89BDC-DFB9-40EB-8449-EFB3B71D28D8}" type="datetimeFigureOut">
              <a:rPr lang="en-US" smtClean="0"/>
              <a:t>10/2/2020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72C901-B6A9-472D-BE85-1D0C9DBCBE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DE59ADD-66C6-4E60-9584-60160AC410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3026C-0626-4557-8D88-E2178A401A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6073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B577EA3-2DA7-4705-A9B2-2F51841320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89BDC-DFB9-40EB-8449-EFB3B71D28D8}" type="datetimeFigureOut">
              <a:rPr lang="en-US" smtClean="0"/>
              <a:t>10/2/2020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48AB47-5EE1-4EBB-8E75-64B90B05EE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320D2A-4ACB-4FA9-9888-01F6739BAD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3026C-0626-4557-8D88-E2178A401A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800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0E356F-6B99-431F-B955-FC2919FF9D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838261-30DF-47F3-87DF-CEF87A8015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2AC8EF-8F00-4154-8FC5-B798E2761F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2572AE-27DB-4007-B6DD-2D20C8B713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89BDC-DFB9-40EB-8449-EFB3B71D28D8}" type="datetimeFigureOut">
              <a:rPr lang="en-US" smtClean="0"/>
              <a:t>10/2/2020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F821F9-8C49-434B-8A06-2B185608A8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5C5EE6-40D8-4C2F-B69B-05DF8AA5E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3026C-0626-4557-8D88-E2178A401A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15639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02522E-3A39-437F-8576-4A39179A50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224253C-C7F1-4EAB-BCEE-BFC983B0DAD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DD95CA-7572-4140-A847-1EB89C4DC4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083482-136F-422F-9EFC-6F4C272187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89BDC-DFB9-40EB-8449-EFB3B71D28D8}" type="datetimeFigureOut">
              <a:rPr lang="en-US" smtClean="0"/>
              <a:t>10/2/2020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557FE2-721D-4DAB-8405-D93B82AA4B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514284-000D-413A-B852-0DB50FC5C6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3026C-0626-4557-8D88-E2178A401A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60871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5D2D22-0D21-494A-AA44-E06521D5ED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B9877C9-0CAF-4817-A0A9-C033C75698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8D097D-99D9-44F5-8D8E-01D0AD5F2A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89BDC-DFB9-40EB-8449-EFB3B71D28D8}" type="datetimeFigureOut">
              <a:rPr lang="en-US" smtClean="0"/>
              <a:t>10/2/2020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804E87-6DC8-4ECA-9053-4C8EDCB89C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84037D-43CF-4C34-BEE4-6AF8B206A9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3026C-0626-4557-8D88-E2178A401A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80754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98AADF4-8F22-4D12-80F1-55B0072795E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83A4C6-590D-4106-AF08-9C7262142B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E289EB-8057-4A2D-861E-60B6B7BACB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89BDC-DFB9-40EB-8449-EFB3B71D28D8}" type="datetimeFigureOut">
              <a:rPr lang="en-US" smtClean="0"/>
              <a:t>10/2/2020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29D4F1-7599-49C1-815C-3101BFCD8C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09F454-3852-4770-A030-D9E0C956DB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3026C-0626-4557-8D88-E2178A401A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9553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C76CFB1-5F2C-4EAD-9ECF-AB42BE6AA9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94448C-EDBA-44E6-A3F8-C3A08A8DE0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71AA15-81CB-4391-B2B4-EE8191962A0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F89BDC-DFB9-40EB-8449-EFB3B71D28D8}" type="datetimeFigureOut">
              <a:rPr lang="en-US" smtClean="0"/>
              <a:t>10/2/2020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5C89B4-AC18-4594-A1D5-E2A4EACDF8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95873C-7AC2-4B62-907E-3901F31911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B3026C-0626-4557-8D88-E2178A401A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8058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" name="Rectangle 50">
            <a:extLst>
              <a:ext uri="{FF2B5EF4-FFF2-40B4-BE49-F238E27FC236}">
                <a16:creationId xmlns:a16="http://schemas.microsoft.com/office/drawing/2014/main" id="{D278ADA9-6383-4BDD-80D2-8899A40268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484B7147-B0F6-40ED-B5A2-FF72BC8198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B36D2DE0-0628-4A9A-A59D-7BA8B5EB30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48E405C9-94BE-41DA-928C-DEC9A8550E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815929" y="148929"/>
            <a:ext cx="6560142" cy="656014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6684DC-0DA1-4E82-B7CB-521C69C0A2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15031" y="1380754"/>
            <a:ext cx="5561938" cy="2513516"/>
          </a:xfrm>
        </p:spPr>
        <p:txBody>
          <a:bodyPr>
            <a:normAutofit/>
          </a:bodyPr>
          <a:lstStyle/>
          <a:p>
            <a:r>
              <a:rPr lang="en-US"/>
              <a:t>Đề Tài: Bảo mật hệ thống IoT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E902636-BC23-41EB-A939-1B016A27F5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15031" y="4076802"/>
            <a:ext cx="5561938" cy="1534587"/>
          </a:xfrm>
        </p:spPr>
        <p:txBody>
          <a:bodyPr>
            <a:normAutofit/>
          </a:bodyPr>
          <a:lstStyle/>
          <a:p>
            <a:r>
              <a:rPr lang="en-US"/>
              <a:t>Sinh viên thực hiện:</a:t>
            </a:r>
          </a:p>
          <a:p>
            <a:r>
              <a:rPr lang="en-US"/>
              <a:t>Vũ Đức Thao - 20163668</a:t>
            </a:r>
          </a:p>
        </p:txBody>
      </p:sp>
      <p:sp>
        <p:nvSpPr>
          <p:cNvPr id="59" name="Arc 58">
            <a:extLst>
              <a:ext uri="{FF2B5EF4-FFF2-40B4-BE49-F238E27FC236}">
                <a16:creationId xmlns:a16="http://schemas.microsoft.com/office/drawing/2014/main" id="{D2091A72-D5BB-42AC-8FD3-F7747D9086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9222429" flipV="1">
            <a:off x="2494119" y="6170"/>
            <a:ext cx="6816262" cy="6816262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4">
                <a:alpha val="9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6ED12BFC-A737-46AF-8411-481112D54B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00995" y="5310973"/>
            <a:ext cx="705948" cy="686798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14792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0F5977-0EC8-4A14-B399-6D4AF77586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Nội dung trình bày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C3103E-7483-49DF-BE90-85D33069B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 err="1"/>
              <a:t>Giới</a:t>
            </a:r>
            <a:r>
              <a:rPr lang="en-US" dirty="0"/>
              <a:t> </a:t>
            </a:r>
            <a:r>
              <a:rPr lang="en-US" dirty="0" err="1"/>
              <a:t>thiệu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 err="1"/>
              <a:t>Mô</a:t>
            </a:r>
            <a:r>
              <a:rPr lang="en-US" dirty="0"/>
              <a:t> </a:t>
            </a:r>
            <a:r>
              <a:rPr lang="en-US" dirty="0" err="1"/>
              <a:t>hình</a:t>
            </a:r>
            <a:r>
              <a:rPr lang="en-US" dirty="0"/>
              <a:t> </a:t>
            </a:r>
            <a:r>
              <a:rPr lang="en-US" dirty="0" err="1"/>
              <a:t>hóa</a:t>
            </a:r>
            <a:r>
              <a:rPr lang="en-US" dirty="0"/>
              <a:t>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thống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 err="1"/>
              <a:t>Thiết</a:t>
            </a:r>
            <a:r>
              <a:rPr lang="en-US" dirty="0"/>
              <a:t> </a:t>
            </a:r>
            <a:r>
              <a:rPr lang="en-US" dirty="0" err="1"/>
              <a:t>kế</a:t>
            </a:r>
            <a:r>
              <a:rPr lang="en-US" dirty="0"/>
              <a:t>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thống</a:t>
            </a:r>
            <a:r>
              <a:rPr lang="en-US" dirty="0"/>
              <a:t>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err="1"/>
              <a:t>Bảo</a:t>
            </a:r>
            <a:r>
              <a:rPr lang="en-US" dirty="0"/>
              <a:t> </a:t>
            </a:r>
            <a:r>
              <a:rPr lang="en-US" dirty="0" err="1"/>
              <a:t>mật</a:t>
            </a:r>
            <a:r>
              <a:rPr lang="en-US" dirty="0"/>
              <a:t>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thống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quả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63518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568D89A-E11D-4081-94A2-714A7B90CB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 b="1">
                <a:solidFill>
                  <a:srgbClr val="FFFFFF"/>
                </a:solidFill>
              </a:rPr>
              <a:t>1. Giới Thiệu</a:t>
            </a:r>
          </a:p>
        </p:txBody>
      </p:sp>
      <p:sp>
        <p:nvSpPr>
          <p:cNvPr id="21" name="Arc 20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29CBC9A2-7C1D-4FED-9F5D-94FCDB3873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lang="en-US" dirty="0" err="1"/>
              <a:t>Iot</a:t>
            </a:r>
            <a:r>
              <a:rPr lang="en-US" dirty="0"/>
              <a:t> (Internet Of Things)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thống</a:t>
            </a:r>
            <a:r>
              <a:rPr lang="en-US" dirty="0"/>
              <a:t> </a:t>
            </a:r>
            <a:r>
              <a:rPr lang="en-US" dirty="0" err="1"/>
              <a:t>mà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thiết</a:t>
            </a:r>
            <a:r>
              <a:rPr lang="en-US" dirty="0"/>
              <a:t> </a:t>
            </a:r>
            <a:r>
              <a:rPr lang="en-US" dirty="0" err="1"/>
              <a:t>bị</a:t>
            </a:r>
            <a:r>
              <a:rPr lang="en-US" dirty="0"/>
              <a:t> </a:t>
            </a:r>
            <a:r>
              <a:rPr lang="en-US" dirty="0" err="1"/>
              <a:t>vật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trên</a:t>
            </a:r>
            <a:r>
              <a:rPr lang="en-US" dirty="0"/>
              <a:t> </a:t>
            </a:r>
            <a:r>
              <a:rPr lang="en-US" dirty="0" err="1"/>
              <a:t>khắp</a:t>
            </a:r>
            <a:r>
              <a:rPr lang="en-US" dirty="0"/>
              <a:t> </a:t>
            </a:r>
            <a:r>
              <a:rPr lang="en-US" dirty="0" err="1"/>
              <a:t>thế</a:t>
            </a:r>
            <a:r>
              <a:rPr lang="en-US" dirty="0"/>
              <a:t> </a:t>
            </a:r>
            <a:r>
              <a:rPr lang="en-US" dirty="0" err="1"/>
              <a:t>giới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nối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internet, </a:t>
            </a:r>
            <a:r>
              <a:rPr lang="en-US" dirty="0" err="1"/>
              <a:t>thu</a:t>
            </a:r>
            <a:r>
              <a:rPr lang="en-US" dirty="0"/>
              <a:t> </a:t>
            </a:r>
            <a:r>
              <a:rPr lang="en-US" dirty="0" err="1"/>
              <a:t>thập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chia </a:t>
            </a:r>
            <a:r>
              <a:rPr lang="en-US" dirty="0" err="1"/>
              <a:t>sẻ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.</a:t>
            </a:r>
          </a:p>
          <a:p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tài</a:t>
            </a:r>
            <a:r>
              <a:rPr lang="en-US" dirty="0"/>
              <a:t> </a:t>
            </a:r>
            <a:r>
              <a:rPr lang="en-US" dirty="0" err="1"/>
              <a:t>này</a:t>
            </a:r>
            <a:r>
              <a:rPr lang="en-US" dirty="0"/>
              <a:t> </a:t>
            </a:r>
            <a:r>
              <a:rPr lang="en-US" dirty="0" err="1"/>
              <a:t>sẽ</a:t>
            </a:r>
            <a:r>
              <a:rPr lang="en-US" dirty="0"/>
              <a:t> </a:t>
            </a:r>
            <a:r>
              <a:rPr lang="en-US" dirty="0" err="1"/>
              <a:t>xây</a:t>
            </a:r>
            <a:r>
              <a:rPr lang="en-US" dirty="0"/>
              <a:t> </a:t>
            </a:r>
            <a:r>
              <a:rPr lang="en-US" dirty="0" err="1"/>
              <a:t>dựng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ứng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thu</a:t>
            </a:r>
            <a:r>
              <a:rPr lang="en-US" dirty="0"/>
              <a:t> </a:t>
            </a:r>
            <a:r>
              <a:rPr lang="en-US" dirty="0" err="1"/>
              <a:t>thập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nhiệt</a:t>
            </a:r>
            <a:r>
              <a:rPr lang="en-US" dirty="0"/>
              <a:t> </a:t>
            </a:r>
            <a:r>
              <a:rPr lang="en-US" dirty="0" err="1"/>
              <a:t>độ</a:t>
            </a:r>
            <a:r>
              <a:rPr lang="en-US" dirty="0"/>
              <a:t>, </a:t>
            </a:r>
            <a:r>
              <a:rPr lang="en-US" dirty="0" err="1"/>
              <a:t>độ</a:t>
            </a:r>
            <a:r>
              <a:rPr lang="en-US" dirty="0"/>
              <a:t> </a:t>
            </a:r>
            <a:r>
              <a:rPr lang="en-US" dirty="0" err="1"/>
              <a:t>ẩm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tạo</a:t>
            </a:r>
            <a:r>
              <a:rPr lang="en-US" dirty="0"/>
              <a:t> ra </a:t>
            </a:r>
            <a:r>
              <a:rPr lang="en-US" dirty="0" err="1"/>
              <a:t>từ</a:t>
            </a:r>
            <a:r>
              <a:rPr lang="en-US" dirty="0"/>
              <a:t> DHT11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hiển</a:t>
            </a:r>
            <a:r>
              <a:rPr lang="en-US" dirty="0"/>
              <a:t> </a:t>
            </a:r>
            <a:r>
              <a:rPr lang="en-US" dirty="0" err="1"/>
              <a:t>thị</a:t>
            </a:r>
            <a:r>
              <a:rPr lang="en-US" dirty="0"/>
              <a:t> </a:t>
            </a:r>
            <a:r>
              <a:rPr lang="en-US" dirty="0" err="1"/>
              <a:t>lên</a:t>
            </a:r>
            <a:r>
              <a:rPr lang="en-US" dirty="0"/>
              <a:t> </a:t>
            </a:r>
            <a:r>
              <a:rPr lang="en-US" dirty="0" err="1"/>
              <a:t>trên</a:t>
            </a:r>
            <a:r>
              <a:rPr lang="en-US" dirty="0"/>
              <a:t> web. </a:t>
            </a:r>
            <a:r>
              <a:rPr lang="en-US" dirty="0" err="1"/>
              <a:t>Từ</a:t>
            </a:r>
            <a:r>
              <a:rPr lang="en-US" dirty="0"/>
              <a:t> </a:t>
            </a:r>
            <a:r>
              <a:rPr lang="en-US" dirty="0" err="1"/>
              <a:t>đó</a:t>
            </a:r>
            <a:r>
              <a:rPr lang="en-US" dirty="0"/>
              <a:t>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giải</a:t>
            </a:r>
            <a:r>
              <a:rPr lang="en-US" dirty="0"/>
              <a:t> </a:t>
            </a:r>
            <a:r>
              <a:rPr lang="en-US" dirty="0" err="1"/>
              <a:t>pháp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bảo</a:t>
            </a:r>
            <a:r>
              <a:rPr lang="en-US" dirty="0"/>
              <a:t> </a:t>
            </a:r>
            <a:r>
              <a:rPr lang="en-US" dirty="0" err="1"/>
              <a:t>mật</a:t>
            </a:r>
            <a:r>
              <a:rPr lang="en-US" dirty="0"/>
              <a:t>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thống</a:t>
            </a:r>
            <a:r>
              <a:rPr lang="en-US" dirty="0"/>
              <a:t> </a:t>
            </a:r>
            <a:r>
              <a:rPr lang="en-US" dirty="0" err="1"/>
              <a:t>này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674611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EC5318-3941-4350-999A-2F339A1F5E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1. Giới Thiệu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45758E-7C0B-4875-B3C2-CF3CBB106C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b="1" dirty="0" err="1"/>
              <a:t>Ứng</a:t>
            </a:r>
            <a:r>
              <a:rPr lang="en-US" b="1" dirty="0"/>
              <a:t> </a:t>
            </a:r>
            <a:r>
              <a:rPr lang="en-US" b="1" dirty="0" err="1"/>
              <a:t>dụng</a:t>
            </a:r>
            <a:r>
              <a:rPr lang="en-US" b="1" dirty="0"/>
              <a:t> </a:t>
            </a:r>
            <a:r>
              <a:rPr lang="en-US" b="1" dirty="0" err="1"/>
              <a:t>mở</a:t>
            </a:r>
            <a:r>
              <a:rPr lang="en-US" b="1" dirty="0"/>
              <a:t> </a:t>
            </a:r>
            <a:r>
              <a:rPr lang="en-US" b="1" dirty="0" err="1"/>
              <a:t>rộng</a:t>
            </a:r>
            <a:r>
              <a:rPr lang="en-US" b="1" dirty="0"/>
              <a:t> </a:t>
            </a:r>
            <a:r>
              <a:rPr lang="en-US" b="1" dirty="0" err="1"/>
              <a:t>của</a:t>
            </a:r>
            <a:r>
              <a:rPr lang="en-US" b="1" dirty="0"/>
              <a:t> </a:t>
            </a:r>
            <a:r>
              <a:rPr lang="en-US" b="1" dirty="0" err="1"/>
              <a:t>hệ</a:t>
            </a:r>
            <a:r>
              <a:rPr lang="en-US" b="1" dirty="0"/>
              <a:t> </a:t>
            </a:r>
            <a:r>
              <a:rPr lang="en-US" b="1" dirty="0" err="1"/>
              <a:t>thống</a:t>
            </a:r>
            <a:endParaRPr lang="en-US" b="1" dirty="0"/>
          </a:p>
          <a:p>
            <a:r>
              <a:rPr lang="en-US" dirty="0"/>
              <a:t>Theo </a:t>
            </a:r>
            <a:r>
              <a:rPr lang="en-US" dirty="0" err="1"/>
              <a:t>dõi</a:t>
            </a:r>
            <a:r>
              <a:rPr lang="en-US" dirty="0"/>
              <a:t> </a:t>
            </a:r>
            <a:r>
              <a:rPr lang="en-US" dirty="0" err="1"/>
              <a:t>tình</a:t>
            </a:r>
            <a:r>
              <a:rPr lang="en-US" dirty="0"/>
              <a:t> </a:t>
            </a:r>
            <a:r>
              <a:rPr lang="en-US" dirty="0" err="1"/>
              <a:t>hình</a:t>
            </a:r>
            <a:r>
              <a:rPr lang="en-US" dirty="0"/>
              <a:t> </a:t>
            </a:r>
            <a:r>
              <a:rPr lang="en-US" dirty="0" err="1"/>
              <a:t>thời</a:t>
            </a:r>
            <a:r>
              <a:rPr lang="en-US" dirty="0"/>
              <a:t> </a:t>
            </a:r>
            <a:r>
              <a:rPr lang="en-US" dirty="0" err="1"/>
              <a:t>tiết</a:t>
            </a:r>
            <a:r>
              <a:rPr lang="en-US" dirty="0"/>
              <a:t> (</a:t>
            </a:r>
            <a:r>
              <a:rPr lang="en-US" dirty="0" err="1"/>
              <a:t>nhiệt</a:t>
            </a:r>
            <a:r>
              <a:rPr lang="en-US" dirty="0"/>
              <a:t> </a:t>
            </a:r>
            <a:r>
              <a:rPr lang="en-US" dirty="0" err="1"/>
              <a:t>độ</a:t>
            </a:r>
            <a:r>
              <a:rPr lang="en-US" dirty="0"/>
              <a:t>, </a:t>
            </a:r>
            <a:r>
              <a:rPr lang="en-US" dirty="0" err="1"/>
              <a:t>độ</a:t>
            </a:r>
            <a:r>
              <a:rPr lang="en-US" dirty="0"/>
              <a:t> </a:t>
            </a:r>
            <a:r>
              <a:rPr lang="en-US" dirty="0" err="1"/>
              <a:t>ẩm</a:t>
            </a:r>
            <a:r>
              <a:rPr lang="en-US" dirty="0"/>
              <a:t>)</a:t>
            </a:r>
          </a:p>
          <a:p>
            <a:r>
              <a:rPr lang="en-US" dirty="0" err="1"/>
              <a:t>Ứng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nông</a:t>
            </a:r>
            <a:r>
              <a:rPr lang="en-US" dirty="0"/>
              <a:t> </a:t>
            </a:r>
            <a:r>
              <a:rPr lang="en-US" dirty="0" err="1"/>
              <a:t>nghiệp</a:t>
            </a: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 </a:t>
            </a:r>
            <a:r>
              <a:rPr lang="en-US" dirty="0" err="1"/>
              <a:t>minh</a:t>
            </a:r>
            <a:r>
              <a:rPr lang="en-US" dirty="0"/>
              <a:t> </a:t>
            </a:r>
            <a:r>
              <a:rPr lang="en-US" dirty="0" err="1"/>
              <a:t>như</a:t>
            </a:r>
            <a:r>
              <a:rPr lang="en-US" dirty="0"/>
              <a:t> </a:t>
            </a:r>
            <a:r>
              <a:rPr lang="en-US" dirty="0" err="1"/>
              <a:t>tưới</a:t>
            </a:r>
            <a:r>
              <a:rPr lang="en-US" dirty="0"/>
              <a:t> </a:t>
            </a:r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tự</a:t>
            </a:r>
            <a:r>
              <a:rPr lang="en-US" dirty="0"/>
              <a:t> </a:t>
            </a:r>
            <a:r>
              <a:rPr lang="en-US" dirty="0" err="1"/>
              <a:t>động</a:t>
            </a:r>
            <a:r>
              <a:rPr lang="en-US" dirty="0"/>
              <a:t> </a:t>
            </a:r>
            <a:r>
              <a:rPr lang="en-US" dirty="0" err="1"/>
              <a:t>theo</a:t>
            </a:r>
            <a:r>
              <a:rPr lang="en-US" dirty="0"/>
              <a:t> </a:t>
            </a:r>
            <a:r>
              <a:rPr lang="en-US" dirty="0" err="1"/>
              <a:t>dõi</a:t>
            </a:r>
            <a:r>
              <a:rPr lang="en-US" dirty="0"/>
              <a:t> </a:t>
            </a:r>
            <a:r>
              <a:rPr lang="en-US" dirty="0" err="1"/>
              <a:t>điều</a:t>
            </a:r>
            <a:r>
              <a:rPr lang="en-US" dirty="0"/>
              <a:t> </a:t>
            </a:r>
            <a:r>
              <a:rPr lang="en-US" dirty="0" err="1"/>
              <a:t>khiển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thiết</a:t>
            </a:r>
            <a:r>
              <a:rPr lang="en-US" dirty="0"/>
              <a:t> </a:t>
            </a:r>
            <a:r>
              <a:rPr lang="en-US" dirty="0" err="1"/>
              <a:t>bị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328826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9C0AD7-7A8F-462B-88B2-7353006BF9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2. Mô hình hóa hệ thống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C4F518-C47D-4B45-810A-826A9AD89A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lang="en-US" dirty="0"/>
              <a:t>ATMega328</a:t>
            </a:r>
          </a:p>
          <a:p>
            <a:r>
              <a:rPr lang="en-US" dirty="0"/>
              <a:t>Module </a:t>
            </a:r>
            <a:r>
              <a:rPr lang="en-US" dirty="0" err="1"/>
              <a:t>Wifi</a:t>
            </a:r>
            <a:r>
              <a:rPr lang="en-US" dirty="0"/>
              <a:t> ESP8266</a:t>
            </a:r>
          </a:p>
          <a:p>
            <a:r>
              <a:rPr lang="en-US" dirty="0" err="1"/>
              <a:t>Cảm</a:t>
            </a:r>
            <a:r>
              <a:rPr lang="en-US" dirty="0"/>
              <a:t> </a:t>
            </a:r>
            <a:r>
              <a:rPr lang="en-US" dirty="0" err="1"/>
              <a:t>biến</a:t>
            </a:r>
            <a:r>
              <a:rPr lang="en-US" dirty="0"/>
              <a:t> </a:t>
            </a:r>
            <a:r>
              <a:rPr lang="en-US" dirty="0" err="1"/>
              <a:t>nhiệt</a:t>
            </a:r>
            <a:r>
              <a:rPr lang="en-US" dirty="0"/>
              <a:t> </a:t>
            </a:r>
            <a:r>
              <a:rPr lang="en-US" dirty="0" err="1"/>
              <a:t>độ</a:t>
            </a:r>
            <a:r>
              <a:rPr lang="en-US" dirty="0"/>
              <a:t>, </a:t>
            </a:r>
            <a:r>
              <a:rPr lang="en-US" dirty="0" err="1"/>
              <a:t>độ</a:t>
            </a:r>
            <a:r>
              <a:rPr lang="en-US" dirty="0"/>
              <a:t> </a:t>
            </a:r>
            <a:r>
              <a:rPr lang="en-US" dirty="0" err="1"/>
              <a:t>ẩm</a:t>
            </a:r>
            <a:r>
              <a:rPr lang="en-US" dirty="0"/>
              <a:t> DHT11</a:t>
            </a:r>
          </a:p>
          <a:p>
            <a:r>
              <a:rPr lang="en-US" dirty="0"/>
              <a:t>Trang web </a:t>
            </a:r>
            <a:r>
              <a:rPr lang="en-US" dirty="0" err="1"/>
              <a:t>hiển</a:t>
            </a:r>
            <a:r>
              <a:rPr lang="en-US" dirty="0"/>
              <a:t> </a:t>
            </a:r>
            <a:r>
              <a:rPr lang="en-US" dirty="0" err="1"/>
              <a:t>thị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27794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D61F11-80BD-480C-98C1-DC8CDC39E0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 dirty="0" err="1">
                <a:solidFill>
                  <a:srgbClr val="FFFFFF"/>
                </a:solidFill>
              </a:rPr>
              <a:t>Sơ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en-US" dirty="0" err="1">
                <a:solidFill>
                  <a:srgbClr val="FFFFFF"/>
                </a:solidFill>
              </a:rPr>
              <a:t>Đồ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en-US" dirty="0" err="1">
                <a:solidFill>
                  <a:srgbClr val="FFFFFF"/>
                </a:solidFill>
              </a:rPr>
              <a:t>Thiết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en-US" dirty="0" err="1">
                <a:solidFill>
                  <a:srgbClr val="FFFFFF"/>
                </a:solidFill>
              </a:rPr>
              <a:t>Kế</a:t>
            </a: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Content Placeholder 5" descr="Diagram&#10;&#10;Description automatically generated">
            <a:extLst>
              <a:ext uri="{FF2B5EF4-FFF2-40B4-BE49-F238E27FC236}">
                <a16:creationId xmlns:a16="http://schemas.microsoft.com/office/drawing/2014/main" id="{CFB32665-9F36-4AAF-AE6B-96704572362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5620" y="1021976"/>
            <a:ext cx="7038180" cy="4592759"/>
          </a:xfrm>
        </p:spPr>
      </p:pic>
    </p:spTree>
    <p:extLst>
      <p:ext uri="{BB962C8B-B14F-4D97-AF65-F5344CB8AC3E}">
        <p14:creationId xmlns:p14="http://schemas.microsoft.com/office/powerpoint/2010/main" val="33046731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36D2DF-9279-46C6-8692-B782748786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3. </a:t>
            </a:r>
            <a:r>
              <a:rPr lang="en-US" dirty="0" err="1">
                <a:solidFill>
                  <a:srgbClr val="FFFFFF"/>
                </a:solidFill>
              </a:rPr>
              <a:t>Thiết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en-US" dirty="0" err="1">
                <a:solidFill>
                  <a:srgbClr val="FFFFFF"/>
                </a:solidFill>
              </a:rPr>
              <a:t>kế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en-US" dirty="0" err="1">
                <a:solidFill>
                  <a:srgbClr val="FFFFFF"/>
                </a:solidFill>
              </a:rPr>
              <a:t>hệ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en-US" dirty="0" err="1">
                <a:solidFill>
                  <a:srgbClr val="FFFFFF"/>
                </a:solidFill>
              </a:rPr>
              <a:t>thống</a:t>
            </a: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C12AC1-B8D0-45EA-9075-F4C3BA65FE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lang="en-US" dirty="0" err="1"/>
              <a:t>Sơ</a:t>
            </a:r>
            <a:r>
              <a:rPr lang="en-US" dirty="0"/>
              <a:t> </a:t>
            </a:r>
            <a:r>
              <a:rPr lang="en-US" dirty="0" err="1"/>
              <a:t>đồ</a:t>
            </a:r>
            <a:r>
              <a:rPr lang="en-US" dirty="0"/>
              <a:t> </a:t>
            </a:r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nguyên</a:t>
            </a:r>
            <a:r>
              <a:rPr lang="en-US" dirty="0"/>
              <a:t> </a:t>
            </a:r>
            <a:r>
              <a:rPr lang="en-US" dirty="0" err="1"/>
              <a:t>lý</a:t>
            </a:r>
            <a:endParaRPr lang="en-US" dirty="0"/>
          </a:p>
          <a:p>
            <a:r>
              <a:rPr lang="en-US" dirty="0"/>
              <a:t>Code</a:t>
            </a:r>
          </a:p>
        </p:txBody>
      </p:sp>
    </p:spTree>
    <p:extLst>
      <p:ext uri="{BB962C8B-B14F-4D97-AF65-F5344CB8AC3E}">
        <p14:creationId xmlns:p14="http://schemas.microsoft.com/office/powerpoint/2010/main" val="27926961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E81A933-8290-4AC2-A6E9-B16302B519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4. </a:t>
            </a:r>
            <a:r>
              <a:rPr lang="en-US" dirty="0" err="1">
                <a:solidFill>
                  <a:srgbClr val="FFFFFF"/>
                </a:solidFill>
              </a:rPr>
              <a:t>Bảo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en-US" dirty="0" err="1">
                <a:solidFill>
                  <a:srgbClr val="FFFFFF"/>
                </a:solidFill>
              </a:rPr>
              <a:t>mật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en-US" dirty="0" err="1">
                <a:solidFill>
                  <a:srgbClr val="FFFFFF"/>
                </a:solidFill>
              </a:rPr>
              <a:t>hệ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en-US" dirty="0" err="1">
                <a:solidFill>
                  <a:srgbClr val="FFFFFF"/>
                </a:solidFill>
              </a:rPr>
              <a:t>thống</a:t>
            </a: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D5B462-3CF3-4276-8456-A2FD4D12A0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lang="en-US" dirty="0" err="1"/>
              <a:t>Mã</a:t>
            </a:r>
            <a:r>
              <a:rPr lang="en-US" dirty="0"/>
              <a:t> </a:t>
            </a:r>
            <a:r>
              <a:rPr lang="en-US" dirty="0" err="1"/>
              <a:t>hóa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truyền</a:t>
            </a:r>
            <a:r>
              <a:rPr lang="en-US" dirty="0"/>
              <a:t> </a:t>
            </a:r>
            <a:r>
              <a:rPr lang="en-US" dirty="0" err="1"/>
              <a:t>đi</a:t>
            </a:r>
            <a:r>
              <a:rPr lang="en-US" dirty="0"/>
              <a:t> </a:t>
            </a:r>
            <a:r>
              <a:rPr lang="en-US" dirty="0" err="1"/>
              <a:t>từ</a:t>
            </a:r>
            <a:r>
              <a:rPr lang="en-US" dirty="0"/>
              <a:t> </a:t>
            </a:r>
            <a:r>
              <a:rPr lang="en-US" dirty="0" err="1"/>
              <a:t>thiết</a:t>
            </a:r>
            <a:r>
              <a:rPr lang="en-US" dirty="0"/>
              <a:t> </a:t>
            </a:r>
            <a:r>
              <a:rPr lang="en-US" dirty="0" err="1"/>
              <a:t>bị</a:t>
            </a: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 </a:t>
            </a:r>
            <a:r>
              <a:rPr lang="en-US" dirty="0" err="1"/>
              <a:t>minh</a:t>
            </a:r>
            <a:r>
              <a:rPr lang="en-US" dirty="0"/>
              <a:t>.</a:t>
            </a:r>
          </a:p>
          <a:p>
            <a:r>
              <a:rPr lang="en-US" dirty="0" err="1"/>
              <a:t>Xác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thiết</a:t>
            </a:r>
            <a:r>
              <a:rPr lang="en-US" dirty="0"/>
              <a:t> </a:t>
            </a:r>
            <a:r>
              <a:rPr lang="en-US" dirty="0" err="1"/>
              <a:t>bị</a:t>
            </a: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 </a:t>
            </a:r>
            <a:r>
              <a:rPr lang="en-US" dirty="0" err="1"/>
              <a:t>minh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server.</a:t>
            </a:r>
          </a:p>
          <a:p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cứng</a:t>
            </a:r>
            <a:r>
              <a:rPr lang="en-US" dirty="0"/>
              <a:t> </a:t>
            </a:r>
            <a:r>
              <a:rPr lang="en-US" dirty="0" err="1"/>
              <a:t>chính</a:t>
            </a:r>
            <a:r>
              <a:rPr lang="en-US" dirty="0"/>
              <a:t> </a:t>
            </a:r>
            <a:r>
              <a:rPr lang="en-US" dirty="0" err="1"/>
              <a:t>hãng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phải</a:t>
            </a:r>
            <a:r>
              <a:rPr lang="en-US" dirty="0"/>
              <a:t> </a:t>
            </a:r>
            <a:r>
              <a:rPr lang="en-US" dirty="0" err="1"/>
              <a:t>hàng</a:t>
            </a:r>
            <a:r>
              <a:rPr lang="en-US" dirty="0"/>
              <a:t> </a:t>
            </a:r>
            <a:r>
              <a:rPr lang="en-US" dirty="0" err="1"/>
              <a:t>trôi</a:t>
            </a:r>
            <a:r>
              <a:rPr lang="en-US" dirty="0"/>
              <a:t> </a:t>
            </a:r>
            <a:r>
              <a:rPr lang="en-US" dirty="0" err="1"/>
              <a:t>nổi</a:t>
            </a:r>
            <a:r>
              <a:rPr lang="en-US" dirty="0"/>
              <a:t> </a:t>
            </a:r>
            <a:r>
              <a:rPr lang="en-US" dirty="0" err="1"/>
              <a:t>trên</a:t>
            </a:r>
            <a:r>
              <a:rPr lang="en-US" dirty="0"/>
              <a:t> </a:t>
            </a:r>
            <a:r>
              <a:rPr lang="en-US" dirty="0" err="1"/>
              <a:t>thị</a:t>
            </a:r>
            <a:r>
              <a:rPr lang="en-US" dirty="0"/>
              <a:t> </a:t>
            </a:r>
            <a:r>
              <a:rPr lang="en-US" dirty="0" err="1"/>
              <a:t>trường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23386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250</Words>
  <Application>Microsoft Office PowerPoint</Application>
  <PresentationFormat>Widescreen</PresentationFormat>
  <Paragraphs>29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Đề Tài: Bảo mật hệ thống IoT</vt:lpstr>
      <vt:lpstr>Nội dung trình bày</vt:lpstr>
      <vt:lpstr>1. Giới Thiệu</vt:lpstr>
      <vt:lpstr>1. Giới Thiệu</vt:lpstr>
      <vt:lpstr>2. Mô hình hóa hệ thống</vt:lpstr>
      <vt:lpstr>Sơ Đồ Thiết Kế</vt:lpstr>
      <vt:lpstr>3. Thiết kế hệ thống</vt:lpstr>
      <vt:lpstr>4. Bảo mật hệ thống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Đề Tài: Bảo mật hệ thống IoT</dc:title>
  <dc:creator>Vu Duc Thao 20163668</dc:creator>
  <cp:lastModifiedBy>Vu Duc Thao 20163668</cp:lastModifiedBy>
  <cp:revision>3</cp:revision>
  <dcterms:created xsi:type="dcterms:W3CDTF">2020-10-02T09:27:44Z</dcterms:created>
  <dcterms:modified xsi:type="dcterms:W3CDTF">2020-10-02T10:23:17Z</dcterms:modified>
</cp:coreProperties>
</file>